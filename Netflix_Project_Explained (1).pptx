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tflix analysis" id="{7f95be68-ff8e-fa80-5006-8138d59533d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1F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1F1F"/>
                </a:solidFill>
                <a:latin typeface="+mn-lt"/>
              </a:rPr>
              <a:t>Hours viewed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(M)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The Night Agent S1</c:v>
                  </c:pt>
                  <c:pt idx="1">
                    <c:v>Ginny &amp; Georgia S2</c:v>
                  </c:pt>
                  <c:pt idx="2">
                    <c:v>The Glory S1</c:v>
                  </c:pt>
                  <c:pt idx="3">
                    <c:v>Wednesday S1</c:v>
                  </c:pt>
                  <c:pt idx="4">
                    <c:v>King the Land</c:v>
                  </c:pt>
                  <c:pt idx="5">
                    <c:v>Queen Charlotte</c:v>
                  </c:pt>
                  <c:pt idx="6">
                    <c:v>One Piece S1</c:v>
                  </c:pt>
                  <c:pt idx="7">
                    <c:v>La Reina del Sur S3</c:v>
                  </c:pt>
                  <c:pt idx="8">
                    <c:v>You S4</c:v>
                  </c:pt>
                  <c:pt idx="9">
                    <c:v>Outer Banks S3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967.6</c:v>
                </c:pt>
                <c:pt idx="1">
                  <c:v>731.3</c:v>
                </c:pt>
                <c:pt idx="2">
                  <c:v>689.7</c:v>
                </c:pt>
                <c:pt idx="3">
                  <c:v>670.4</c:v>
                </c:pt>
                <c:pt idx="4">
                  <c:v>665.4</c:v>
                </c:pt>
                <c:pt idx="5">
                  <c:v>580.6</c:v>
                </c:pt>
                <c:pt idx="6">
                  <c:v>541.9</c:v>
                </c:pt>
                <c:pt idx="7">
                  <c:v>498.9</c:v>
                </c:pt>
                <c:pt idx="8">
                  <c:v>471.4</c:v>
                </c:pt>
                <c:pt idx="9">
                  <c:v>445.3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1F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1F1F"/>
                </a:solidFill>
                <a:latin typeface="+mn-lt"/>
              </a:rPr>
              <a:t>Share of total viewing hours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564D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Show</c:v>
                </c:pt>
                <c:pt idx="1">
                  <c:v>Movie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107.8</c:v>
                </c:pt>
                <c:pt idx="1">
                  <c:v>50.6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1F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1F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1F1F"/>
                </a:solidFill>
                <a:latin typeface="+mn-lt"/>
              </a:rPr>
              <a:t>Avg hours per title (millions)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hours (M)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564D4D"/>
              </a:solidFill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Show</c:v>
                </c:pt>
                <c:pt idx="1">
                  <c:v>Movie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10.1</c:v>
                </c:pt>
                <c:pt idx="1">
                  <c:v>3.6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1F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1F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1F1F"/>
                </a:solidFill>
                <a:latin typeface="+mn-lt"/>
              </a:rPr>
              <a:t>Avg hours per title (millions)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hours (M)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564D4D"/>
              </a:solidFill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 (global)</c:v>
                </c:pt>
                <c:pt idx="1">
                  <c:v>No (not global)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11.1</c:v>
                </c:pt>
                <c:pt idx="1">
                  <c:v>4.3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1F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1F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1F1F"/>
                </a:solidFill>
                <a:latin typeface="+mn-lt"/>
              </a:rPr>
              <a:t>Total hours by language (billions)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(B)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English</c:v>
                  </c:pt>
                  <c:pt idx="1">
                    <c:v>Korean</c:v>
                  </c:pt>
                  <c:pt idx="2">
                    <c:v>Non-English</c:v>
                  </c:pt>
                  <c:pt idx="3">
                    <c:v>Japanese</c:v>
                  </c:pt>
                  <c:pt idx="4">
                    <c:v>Hindi</c:v>
                  </c:pt>
                  <c:pt idx="5">
                    <c:v>Russian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124.4</c:v>
                </c:pt>
                <c:pt idx="1">
                  <c:v>15.4</c:v>
                </c:pt>
                <c:pt idx="2">
                  <c:v>10.4</c:v>
                </c:pt>
                <c:pt idx="3">
                  <c:v>7.1</c:v>
                </c:pt>
                <c:pt idx="4">
                  <c:v>0.9</c:v>
                </c:pt>
                <c:pt idx="5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1F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1F1F"/>
                </a:solidFill>
                <a:latin typeface="+mn-lt"/>
              </a:rPr>
              <a:t>Total hours by release year (billions)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hours (B)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1F1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0.1</c:v>
                </c:pt>
                <c:pt idx="1">
                  <c:v>0.2</c:v>
                </c:pt>
                <c:pt idx="2">
                  <c:v>0</c:v>
                </c:pt>
                <c:pt idx="3">
                  <c:v>0.3</c:v>
                </c:pt>
                <c:pt idx="4">
                  <c:v>0.5</c:v>
                </c:pt>
                <c:pt idx="5">
                  <c:v>1.1</c:v>
                </c:pt>
                <c:pt idx="6">
                  <c:v>2.2</c:v>
                </c:pt>
                <c:pt idx="7">
                  <c:v>4</c:v>
                </c:pt>
                <c:pt idx="8">
                  <c:v>4.6</c:v>
                </c:pt>
                <c:pt idx="9">
                  <c:v>6.4</c:v>
                </c:pt>
                <c:pt idx="10">
                  <c:v>8.2</c:v>
                </c:pt>
                <c:pt idx="11">
                  <c:v>10.3</c:v>
                </c:pt>
                <c:pt idx="12">
                  <c:v>18.5</c:v>
                </c:pt>
                <c:pt idx="13">
                  <c:v>34.4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1F1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91440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468880"/>
            <a:ext cx="4846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 ANALYSIS PROJECT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914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Netflix Content Viewing Analysis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do people watch the most? Insights from 24,812 titles and 158.4B viewing hours</a:t>
            </a:r>
            <a:endParaRPr lang="en-US" sz="1800" dirty="0"/>
          </a:p>
        </p:txBody>
      </p:sp>
      <p:sp>
        <p:nvSpPr>
          <p:cNvPr id="5" name="Stat card"/>
          <p:cNvSpPr/>
          <p:nvPr/>
        </p:nvSpPr>
        <p:spPr>
          <a:xfrm>
            <a:off x="5760720" y="777240"/>
            <a:ext cx="292608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60720" y="960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158.4B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hours viewed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24,812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titles analysed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WHAT’S INSIDE</a:t>
            </a:r>
            <a:endParaRPr lang="en-US" sz="1400" dirty="0"/>
          </a:p>
        </p:txBody>
      </p:sp>
      <p:sp>
        <p:nvSpPr>
          <p:cNvPr id="11" name="Topic chip 1"/>
          <p:cNvSpPr/>
          <p:nvPr/>
        </p:nvSpPr>
        <p:spPr>
          <a:xfrm>
            <a:off x="457200" y="411480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Top 10 titles</a:t>
            </a:r>
            <a:endParaRPr lang="en-US" sz="1400" dirty="0"/>
          </a:p>
        </p:txBody>
      </p:sp>
      <p:sp>
        <p:nvSpPr>
          <p:cNvPr id="13" name="Topic chip 2"/>
          <p:cNvSpPr/>
          <p:nvPr/>
        </p:nvSpPr>
        <p:spPr>
          <a:xfrm>
            <a:off x="2125980" y="411480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2598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Show vs Movie</a:t>
            </a:r>
            <a:endParaRPr lang="en-US" sz="1400" dirty="0"/>
          </a:p>
        </p:txBody>
      </p:sp>
      <p:sp>
        <p:nvSpPr>
          <p:cNvPr id="15" name="Topic chip 3"/>
          <p:cNvSpPr/>
          <p:nvPr/>
        </p:nvSpPr>
        <p:spPr>
          <a:xfrm>
            <a:off x="3794760" y="411480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9476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Global reach</a:t>
            </a:r>
            <a:endParaRPr lang="en-US" sz="1400" dirty="0"/>
          </a:p>
        </p:txBody>
      </p:sp>
      <p:sp>
        <p:nvSpPr>
          <p:cNvPr id="17" name="Topic chip 4"/>
          <p:cNvSpPr/>
          <p:nvPr/>
        </p:nvSpPr>
        <p:spPr>
          <a:xfrm>
            <a:off x="5463540" y="411480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6354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Languages</a:t>
            </a:r>
            <a:endParaRPr lang="en-US" sz="1400" dirty="0"/>
          </a:p>
        </p:txBody>
      </p:sp>
      <p:sp>
        <p:nvSpPr>
          <p:cNvPr id="19" name="Topic chip 5"/>
          <p:cNvSpPr/>
          <p:nvPr/>
        </p:nvSpPr>
        <p:spPr>
          <a:xfrm>
            <a:off x="7132320" y="411480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Release years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Data: netflix_content.csv   |   Tools: Python, pandas, matplotlib, seaborn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Raw Data to Insights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Load &amp; inspect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24,812 titles and 6 columns. 16,646 titles have no release date.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34747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Clean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Release Date parsed to datetime. Commas removed from Hours Viewed and converted to integer.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Grouped by title, content type, language, availability and release year.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Top 10 Titles Hold Only 4%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xplanation card"/>
          <p:cNvSpPr/>
          <p:nvPr/>
        </p:nvSpPr>
        <p:spPr>
          <a:xfrm>
            <a:off x="5852160" y="1280160"/>
            <a:ext cx="2834640" cy="35661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bar is one title. A longer bar means more hours watched.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Night Agent is #1 with 968M hours. All top 10 together make only 3.95% of total hours.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Shows Beat Movies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5156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Explanation card"/>
          <p:cNvSpPr/>
          <p:nvPr/>
        </p:nvSpPr>
        <p:spPr>
          <a:xfrm>
            <a:off x="457200" y="36576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40080" y="3794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this means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full pie is all hours watched. Shows take 68%, Movies only 32%.</a:t>
            </a:r>
            <a:endParaRPr lang="en-US" sz="1400" dirty="0"/>
          </a:p>
        </p:txBody>
      </p:sp>
      <p:sp>
        <p:nvSpPr>
          <p:cNvPr id="7" name="Explanation card"/>
          <p:cNvSpPr/>
          <p:nvPr/>
        </p:nvSpPr>
        <p:spPr>
          <a:xfrm>
            <a:off x="4663440" y="36576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846320" y="3794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this means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show gets 10.1M hours on average, one movie 3.6M. A show earns 2.8x more.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Global Titles Win by 2.6x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xplanation card"/>
          <p:cNvSpPr/>
          <p:nvPr/>
        </p:nvSpPr>
        <p:spPr>
          <a:xfrm>
            <a:off x="5852160" y="1280160"/>
            <a:ext cx="2834640" cy="35661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slice is the average hours one title gets. Yes = available worldwide, No = not.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Global titles average 11.1M hours vs 4.3M for others, which is 2.6x more.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English Dominates Viewing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xplanation card"/>
          <p:cNvSpPr/>
          <p:nvPr/>
        </p:nvSpPr>
        <p:spPr>
          <a:xfrm>
            <a:off x="5852160" y="1280160"/>
            <a:ext cx="2834640" cy="35661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bar is one language. A taller bar means more hours watched.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English is far ahead with 124.4B hours (78.6%). Korean is next with 15.4B and the best average per title (9.7M).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Recent Releases Surge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xplanation card"/>
          <p:cNvSpPr/>
          <p:nvPr/>
        </p:nvSpPr>
        <p:spPr>
          <a:xfrm>
            <a:off x="5852160" y="1280160"/>
            <a:ext cx="2834640" cy="35661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point is the total hours for titles released that year. Rising line = more viewing.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it shows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Slow growth until 2020, then a steep jump: 18.5B in 2022 and 34.4B in 2023.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67% of titles have no release date, so read with care.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Netflix Should Do</a:t>
            </a:r>
            <a:endParaRPr lang="en-US" sz="32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28016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4" name="Number 1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Invest in TV Shows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Shows deliver 68% of hours and 2.8x more per title than movies.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4663440" y="128016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9" name="Number 2"/>
          <p:cNvSpPr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508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Back Korean content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Korean titles average 9.7M hours, above English at 7.2M.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457200" y="315468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4" name="Number 3"/>
          <p:cNvSpPr/>
          <p:nvPr/>
        </p:nvSpPr>
        <p:spPr>
          <a:xfrm>
            <a:off x="685800" y="33832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Go global first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Global titles average 2.6x more hours than non-global ones.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4663440" y="315468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9" name="Number 4"/>
          <p:cNvSpPr/>
          <p:nvPr/>
        </p:nvSpPr>
        <p:spPr>
          <a:xfrm>
            <a:off x="4892040" y="33832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Keep originals fresh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2022–23 releases dominate viewing, so keep the pipeline strong.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flix Analysis">
  <a:themeElements>
    <a:clrScheme name="Netflix Analysis">
      <a:dk1>
        <a:srgbClr val="141414"/>
      </a:dk1>
      <a:lt1>
        <a:srgbClr val="FFFFFF"/>
      </a:lt1>
      <a:dk2>
        <a:srgbClr val="221F1F"/>
      </a:dk2>
      <a:lt2>
        <a:srgbClr val="F2F2F2"/>
      </a:lt2>
      <a:accent1>
        <a:srgbClr val="E50914"/>
      </a:accent1>
      <a:accent2>
        <a:srgbClr val="564D4D"/>
      </a:accent2>
      <a:accent3>
        <a:srgbClr val="B20710"/>
      </a:accent3>
      <a:accent4>
        <a:srgbClr val="8C8C8C"/>
      </a:accent4>
      <a:accent5>
        <a:srgbClr val="F5C518"/>
      </a:accent5>
      <a:accent6>
        <a:srgbClr val="2D9CDB"/>
      </a:accent6>
      <a:hlink>
        <a:srgbClr val="E50914"/>
      </a:hlink>
      <a:folHlink>
        <a:srgbClr val="8C8C8C"/>
      </a:folHlink>
    </a:clrScheme>
    <a:fontScheme name="Netflix Analy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Performance Analysis</dc:title>
  <dc:subject>PptxGenJS Presentation</dc:subject>
  <dc:creator>PptxGenJS</dc:creator>
  <cp:lastModifiedBy>PptxGenJS</cp:lastModifiedBy>
  <cp:revision>1</cp:revision>
  <dcterms:created xsi:type="dcterms:W3CDTF">2026-10-26T03:45:12Z</dcterms:created>
  <dcterms:modified xsi:type="dcterms:W3CDTF">2026-10-26T03:45:12Z</dcterms:modified>
</cp:coreProperties>
</file>